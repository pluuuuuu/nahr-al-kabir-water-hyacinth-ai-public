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Competition guide requires title slide with project, team, theme,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Keep brief. Replace placeholder with real field or satellite visual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Business use case required by submission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Data counts from project audit: 394 raster dates, 132 labeled dates, 10 m grid, 36 RF predictors.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Approach as workflow diagram; deck uses only what the PoC can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Submission guide says example outputs are the core of the deck and should use actual project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Validation metrics from RF notebook; limitations from audit: no labeled date contains both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Impact slide should connect to theme: ecosystem health, biodiversity, blue carbon.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notes:
Next steps for incubation required by submission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HyacinthWatch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49808" y="206654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4E9"/>
                </a:solidFill>
              </a:rPr>
              <a:t>AI monitoring for Water Hyacinth in Nahr Al Kabir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" y="285292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94E3F"/>
          </a:solidFill>
          <a:ln w="12700">
            <a:solidFill>
              <a:srgbClr val="194E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94894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Project: Nahr Al Kabir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72384" y="2852928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94E3F"/>
          </a:solidFill>
          <a:ln w="12700">
            <a:solidFill>
              <a:srgbClr val="194E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294894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Team: [Team Name]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02352" y="285292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94E3F"/>
          </a:solidFill>
          <a:ln w="12700">
            <a:solidFill>
              <a:srgbClr val="194E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948940"/>
            <a:ext cx="1563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Country: Lebanon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" y="3401568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235F4C"/>
          </a:solidFill>
          <a:ln w="12700">
            <a:solidFill>
              <a:srgbClr val="235F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497580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Theme: Ecosystem Health, Biodiversity &amp; Blue Carbon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1234440"/>
            <a:ext cx="3794760" cy="4114800"/>
          </a:xfrm>
          <a:prstGeom prst="roundRect">
            <a:avLst>
              <a:gd name="adj" fmla="val 2892"/>
            </a:avLst>
          </a:prstGeom>
          <a:solidFill>
            <a:srgbClr val="F0F7F4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0632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45F"/>
                </a:solidFill>
              </a:rPr>
              <a:t>INSERT MAP / OUTPUT SCREENSHOT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4965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Use actual project map, not stock imagery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C8B1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8B1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Water hyacinth spreads fast and is hard to monitor consistently.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5486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Invasive plant growth can block water flow and damage river ecosystems.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303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</a:rPr>
              <a:t>• Affected: river managers, municipalities, farmers, fisheries, biodiversity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</a:rPr>
              <a:t>• Current monitoring is slow, field-heavy and fragmented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0"/>
                </a:solidFill>
              </a:rPr>
              <a:t>• Satellite data can show where change is happening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4846320" cy="4160520"/>
          </a:xfrm>
          <a:prstGeom prst="roundRect">
            <a:avLst>
              <a:gd name="adj" fmla="val 2637"/>
            </a:avLst>
          </a:prstGeom>
          <a:solidFill>
            <a:srgbClr val="F0F7F4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32689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45F"/>
                </a:solidFill>
              </a:rPr>
              <a:t>INSERT PROBLEM VISUAL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5193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Photo/map of affected river section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use case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A decision-support map for river and ecosystem action.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84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 user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4688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Water authorities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Environmental agencies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NGOs / local managers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84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Where is infestation increasing?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Where should field teams go?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Which areas need follow-up?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3375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84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24231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Risk / detection map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Area trend by 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Reusable notebook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Multispectral satellite + environmental context.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103120" cy="960120"/>
          </a:xfrm>
          <a:prstGeom prst="roundRect">
            <a:avLst>
              <a:gd name="adj" fmla="val 11429"/>
            </a:avLst>
          </a:prstGeom>
          <a:solidFill>
            <a:srgbClr val="EEF8F3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630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45F"/>
                </a:solidFill>
              </a:rPr>
              <a:t>394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18562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Sentinel-2 dates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71800" y="1325880"/>
            <a:ext cx="2103120" cy="960120"/>
          </a:xfrm>
          <a:prstGeom prst="roundRect">
            <a:avLst>
              <a:gd name="adj" fmla="val 11429"/>
            </a:avLst>
          </a:prstGeom>
          <a:solidFill>
            <a:srgbClr val="EEF8F3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14630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45F"/>
                </a:solidFill>
              </a:rPr>
              <a:t>132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81528" y="18562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labeled dates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57800" y="1325880"/>
            <a:ext cx="2103120" cy="960120"/>
          </a:xfrm>
          <a:prstGeom prst="roundRect">
            <a:avLst>
              <a:gd name="adj" fmla="val 11429"/>
            </a:avLst>
          </a:prstGeom>
          <a:solidFill>
            <a:srgbClr val="EEF8F3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4630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45F"/>
                </a:solidFill>
              </a:rPr>
              <a:t>10 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67528" y="18562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spatial grid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43800" y="1325880"/>
            <a:ext cx="2103120" cy="960120"/>
          </a:xfrm>
          <a:prstGeom prst="roundRect">
            <a:avLst>
              <a:gd name="adj" fmla="val 11429"/>
            </a:avLst>
          </a:prstGeom>
          <a:solidFill>
            <a:srgbClr val="EEF8F3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146304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845F"/>
                </a:solidFill>
              </a:rPr>
              <a:t>36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3528" y="18562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RF predictors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84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Used now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42062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Sentinel-2 bands and indices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ERA5 weather variables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DEM and slope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ArcGIS polygon labels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FEBC2"/>
          </a:solidFill>
          <a:ln w="12700">
            <a:solidFill>
              <a:srgbClr val="E7D59E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A6B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Hyperspectral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657600"/>
            <a:ext cx="4160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Not used in current PoC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Future option: richer plant signatures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0"/>
                </a:solidFill>
              </a:rPr>
              <a:t>• Current baseline uses multispectral Sentinel-2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Repeatable notebook workflow: from satellite scenes to maps.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45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Load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Sentinel-2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04288" y="2578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45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80360" y="201168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45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4495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Compute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indices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2578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45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74920" y="201168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DFF3EA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45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951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Train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RF baseline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408" y="2578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45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269480" y="201168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4072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45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3407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Predict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pixels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87968" y="25786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45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64040" y="2011680"/>
            <a:ext cx="1508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8632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45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2863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Export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32A"/>
                </a:solidFill>
              </a:rPr>
              <a:t>map + chart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97280" y="4389120"/>
            <a:ext cx="9966960" cy="749808"/>
          </a:xfrm>
          <a:prstGeom prst="roundRect">
            <a:avLst>
              <a:gd name="adj" fmla="val 14634"/>
            </a:avLst>
          </a:prstGeom>
          <a:solidFill>
            <a:srgbClr val="EEF8F3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64515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45F"/>
                </a:solidFill>
              </a:rPr>
              <a:t>PoC principle: run the shared example first, then change one thing at a time.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outputs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Core slide: show what the notebook produces.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257800" cy="4069080"/>
          </a:xfrm>
          <a:prstGeom prst="roundRect">
            <a:avLst>
              <a:gd name="adj" fmla="val 2697"/>
            </a:avLst>
          </a:prstGeom>
          <a:solidFill>
            <a:srgbClr val="F0F7F4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4038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45F"/>
                </a:solidFill>
              </a:rPr>
              <a:t>INSERT OUTPUT 1: 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91947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Water hyacinth probability / detection map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257800" cy="4069080"/>
          </a:xfrm>
          <a:prstGeom prst="roundRect">
            <a:avLst>
              <a:gd name="adj" fmla="val 2697"/>
            </a:avLst>
          </a:prstGeom>
          <a:solidFill>
            <a:srgbClr val="F0F7F4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04038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45F"/>
                </a:solidFill>
              </a:rPr>
              <a:t>INSERT OUTPUT 2: CHART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491947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Area or trend by date / year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1560" y="56235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45F"/>
                </a:solidFill>
              </a:rPr>
              <a:t>Use readable screenshots with captions. Replace these placeholders before submission.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and limitations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Be honest: validation is strong as a PoC, but not final science.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EEF8F3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84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0233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Whole-date split: 93 train / 39 test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RF accuracy: 94.04%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F1 score: 94.75%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Notebook must run end-to-end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FFF3F3"/>
          </a:solidFill>
          <a:ln w="12700">
            <a:solidFill>
              <a:srgbClr val="ECCAC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24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0233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Current labels are season-biased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No date has both 0 and 1 labels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CNN needs same-date negatives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0"/>
                </a:solidFill>
              </a:rPr>
              <a:t>• Unlabeled pixels are unknown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D65"/>
                </a:solidFill>
              </a:rPr>
              <a:t>Faster monitoring for ecosystem health and blue-carbon planning.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845F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6492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3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occasional field checks to repeatable river intelligence.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57607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0"/>
                </a:solidFill>
              </a:rPr>
              <a:t>• Prioritize field visits and cleanup zones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0"/>
                </a:solidFill>
              </a:rPr>
              <a:t>• Track ecosystem stress over time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0"/>
                </a:solidFill>
              </a:rPr>
              <a:t>• Support biodiversity and wetland management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0"/>
                </a:solidFill>
              </a:rPr>
              <a:t>• Build a reusable open PoC for the region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06640" y="132588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0F7F4"/>
          </a:solidFill>
          <a:ln w="12700">
            <a:solidFill>
              <a:srgbClr val="CDE4D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45F"/>
                </a:solidFill>
              </a:rPr>
              <a:t>INSERT IMPACT VISUAL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43800" y="5239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6D65"/>
                </a:solidFill>
              </a:rPr>
              <a:t>Before / after map or decision dashboard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38A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38A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845F"/>
          </a:solidFill>
          <a:ln w="12700">
            <a:solidFill>
              <a:srgbClr val="16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for incubation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8D8"/>
                </a:solidFill>
              </a:rPr>
              <a:t>Move from working PoC to trusted operational tool.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915400" y="457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FE8D8"/>
                </a:solidFill>
              </a:rPr>
              <a:t>Ecosystem Health, Biodiversity &amp; Blue Carbon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23F34"/>
          </a:solidFill>
          <a:ln w="12700">
            <a:solidFill>
              <a:srgbClr val="2D6652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48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E3C5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6700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Clean labels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F4E9"/>
                </a:solidFill>
              </a:rPr>
              <a:t>Add same-date negative polygons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23F34"/>
          </a:solidFill>
          <a:ln w="12700">
            <a:solidFill>
              <a:srgbClr val="2D6652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148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E3C5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0752" y="26700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CNN baseline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30752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F4E9"/>
                </a:solidFill>
              </a:rPr>
              <a:t>Run patch CNN / segmentation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92024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23F34"/>
          </a:solidFill>
          <a:ln w="12700">
            <a:solidFill>
              <a:srgbClr val="2D6652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148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E3C5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9672" y="26700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Better validation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19672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F4E9"/>
                </a:solidFill>
              </a:rPr>
              <a:t>Independent field or expert review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192024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123F34"/>
          </a:solidFill>
          <a:ln w="12700">
            <a:solidFill>
              <a:srgbClr val="2D6652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2148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E3C5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08592" y="26700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08592" y="3246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F4E9"/>
                </a:solidFill>
              </a:rPr>
              <a:t>Simple map + trend interface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F4E9"/>
                </a:solidFill>
              </a:rPr>
              <a:t>Ask: support with validation data, mentoring, and incubation to turn the notebook into a usable monitoring workflow.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C8B1"/>
                </a:solidFill>
              </a:rPr>
              <a:t>Arab Youth Space Hackathon 2026 · Challenge 813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8B1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HyacinthWatch - Nahr Al Kabir</dc:title>
  <dc:subject>Nahr Al Kabir Water Hyacinth PoC pitch - brief deck</dc:subject>
  <dc:creator>OpenAI</dc:creator>
  <cp:lastModifiedBy>OpenAI</cp:lastModifiedBy>
  <cp:revision>1</cp:revision>
  <dcterms:created xsi:type="dcterms:W3CDTF">2026-10-05T18:05:26Z</dcterms:created>
  <dcterms:modified xsi:type="dcterms:W3CDTF">2026-10-05T18:05:26Z</dcterms:modified>
</cp:coreProperties>
</file>